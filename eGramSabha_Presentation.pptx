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365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eGramSabha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Segoe UI"/>
              </a:defRPr>
            </a:pPr>
            <a:r>
              <a:t>Digital Transformation of Rural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Empowering Villages Through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  <a:latin typeface="Segoe UI"/>
              </a:defRPr>
            </a:pPr>
            <a:r>
              <a:t>AI for Bharat Hackathon 2026  |  Professional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Problem Statement 03: AI for Rural Innovation &amp; Sustainable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943600"/>
            <a:ext cx="21332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Governance Challenges in Rural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" cy="19202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205740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Manual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14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Time-consuming meeting records, handwritten minutes,</a:t>
            </a:r>
            <a:br/>
            <a:r>
              <a:t>and manual issue tracking across 250,000+ panchayats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73152" cy="1920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Language Barriers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14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Multiple regional languages create communication gaps</a:t>
            </a:r>
            <a:br/>
            <a:r>
              <a:t>between officials and citizens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73152" cy="1920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5840" y="4343400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37360" y="4297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Low Participation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800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Citizens struggle to engage with governance due</a:t>
            </a:r>
            <a:br/>
            <a:r>
              <a:t>to low literacy and complex processes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02336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4023360"/>
            <a:ext cx="73152" cy="19202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83680" y="434340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4297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Lack of Transparency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800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Limited visibility into issue resolution,</a:t>
            </a:r>
            <a:br/>
            <a:r>
              <a:t>meeting decisions, and fund utilization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eGramSabha - A Comprehensive Digital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DEFB"/>
                </a:solidFill>
                <a:latin typeface="Segoe UI"/>
              </a:defRPr>
            </a:pPr>
            <a:r>
              <a:t>Making governance accessible to every citizen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37760" y="2560320"/>
            <a:ext cx="2286000" cy="22860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eGram</a:t>
            </a:r>
            <a:br/>
            <a:r>
              <a:t>Sabha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5120640"/>
            <a:ext cx="329184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Accessible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Face recognition login</a:t>
            </a:r>
            <a:br/>
            <a:r>
              <a:t>Voice-based interaction</a:t>
            </a:r>
            <a:br/>
            <a:r>
              <a:t>No passwords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12064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5120640"/>
            <a:ext cx="329184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5257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Multilingual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623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Multi-language support</a:t>
            </a:r>
            <a:br/>
            <a:r>
              <a:t>Real-time translation</a:t>
            </a:r>
            <a:br/>
            <a:r>
              <a:t>Consistent terminology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512064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5120640"/>
            <a:ext cx="329184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5257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76D2"/>
                </a:solidFill>
                <a:latin typeface="Segoe UI"/>
              </a:defRPr>
            </a:pPr>
            <a:r>
              <a:t>AI-Powered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623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Automated transcription</a:t>
            </a:r>
            <a:br/>
            <a:r>
              <a:t>Smart documentation</a:t>
            </a:r>
            <a:br/>
            <a:r>
              <a:t>Intelligent agenda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Three Dedicated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47472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Citizen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CAF50"/>
                </a:solidFill>
                <a:latin typeface="Segoe UI"/>
              </a:defRPr>
            </a:pPr>
            <a:r>
              <a:t>/citizen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Face recognition login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Voice-based issue reporting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Meeting RSVP &amp; attendance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Real-time issue tracking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Multilingual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6400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Official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76D2"/>
                </a:solidFill>
                <a:latin typeface="Segoe UI"/>
              </a:defRPr>
            </a:pPr>
            <a:r>
              <a:t>/official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Issue management dashboard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Meeting scheduling &amp; agenda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Biometric attendance tracking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AI-generated MOM &amp; agenda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PDF/CSV report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4747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Admin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800"/>
                </a:solidFill>
                <a:latin typeface="Segoe UI"/>
              </a:defRPr>
            </a:pPr>
            <a:r>
              <a:t>/admin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Panchayat onboarding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Bulk citizen registration (CSV)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Official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Platform configuration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System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Empowering Citizens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DEFB"/>
                </a:solidFill>
                <a:latin typeface="Segoe UI"/>
              </a:defRPr>
            </a:pPr>
            <a:r>
              <a:t>Accessible governance for every villager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1783080"/>
            <a:ext cx="822960" cy="8229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78308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24242"/>
                </a:solidFill>
                <a:latin typeface="Segoe UI"/>
              </a:defRPr>
            </a:pPr>
            <a:r>
              <a:t>Passwordless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Face recognition with liveness detection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Blink counting + head movement verification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128-dim face descriptors (threshold 0.4)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No passwords to remember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69280" y="1783080"/>
            <a:ext cx="822960" cy="8229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178308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24242"/>
                </a:solidFill>
                <a:latin typeface="Segoe UI"/>
              </a:defRPr>
            </a:pPr>
            <a:r>
              <a:t>Voice-Based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Report issues by speaking in native language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Automatic speech-to-text transcription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Multilingual support for Indian languages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Audio attachments preserved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0" y="1783080"/>
            <a:ext cx="822960" cy="8229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178308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24242"/>
                </a:solidFill>
                <a:latin typeface="Segoe UI"/>
              </a:defRPr>
            </a:pPr>
            <a:r>
              <a:t>Complete 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Track issue status in real-time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View meeting agendas before meetings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Access minutes of meeting (MOM)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RSVP and attendance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Streamlining Official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64008" cy="2148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76D2"/>
                </a:solidFill>
                <a:latin typeface="Segoe UI"/>
              </a:defRPr>
            </a:pPr>
            <a:r>
              <a:t>Meeting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Schedule meetings easily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Automated status updates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Virtual meeting integration (JioMeet)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RSVP and quorum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64008" cy="2148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Smart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Face recognition check-in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Manual marking fallback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Instant attendance statistics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Biometric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64008" cy="21488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Segoe UI"/>
              </a:defRPr>
            </a:pPr>
            <a:r>
              <a:t>AI-Powered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Auto-generated meeting agendas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LLM-powered minutes creation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Multilingual output (3 languages)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Expert rural development prompts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2336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4023360"/>
            <a:ext cx="64008" cy="2148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76D2"/>
                </a:solidFill>
                <a:latin typeface="Segoe UI"/>
              </a:defRPr>
            </a:pPr>
            <a:r>
              <a:t>Issue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Centralized tracking dashboard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Status workflow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Issue clustering by AI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PDF/CSV export with letterhead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Robust &amp; Scalable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498079" cy="86868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76D2"/>
                </a:solidFill>
                <a:latin typeface="Segoe UI"/>
              </a:defRPr>
            </a:pPr>
            <a:r>
              <a:t>Client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React 19 + MUI 7  |  3 Portals  |  face-api.js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206240" y="2468880"/>
            <a:ext cx="411480" cy="228600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7498079" cy="86868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Segoe UI"/>
              </a:defRPr>
            </a:pPr>
            <a:r>
              <a:t>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8152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Node.js + Express  |  JWT Auth (3-tier)  |  6 RBAC Roles  |  MongoDB + GridFS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06240" y="3520440"/>
            <a:ext cx="411480" cy="228600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7498079" cy="8686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Segoe UI"/>
              </a:defRPr>
            </a:pPr>
            <a:r>
              <a:t>AI/ML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330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Python FastAPI  |  Configurable Providers  |  STT + LLM + Translation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206240" y="4572000"/>
            <a:ext cx="411480" cy="228600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4800600"/>
            <a:ext cx="7498079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76D2"/>
                </a:solidFill>
                <a:latin typeface="Segoe UI"/>
              </a:defRPr>
            </a:pPr>
            <a:r>
              <a:t>AI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8464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Jio Translate  |  HuggingFace Whisper + Cohere  |  AWS Bedrock + Transcribe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645920"/>
            <a:ext cx="3108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95360" y="1645920"/>
            <a:ext cx="54864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Segoe UI"/>
              </a:defRPr>
            </a:pPr>
            <a:r>
              <a:t>Microservices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9933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Modular service</a:t>
            </a:r>
            <a:br/>
            <a:r>
              <a:t>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2697480"/>
            <a:ext cx="3108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95360" y="2697480"/>
            <a:ext cx="54864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Segoe UI"/>
              </a:defRPr>
            </a:pPr>
            <a:r>
              <a:t>Cloud-Ready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044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Docker Compose</a:t>
            </a:r>
            <a:br/>
            <a:r>
              <a:t>deployment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3749040"/>
            <a:ext cx="3108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95360" y="3749040"/>
            <a:ext cx="54864" cy="8686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Segoe UI"/>
              </a:defRPr>
            </a:pPr>
            <a:r>
              <a:t>Scalable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0965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Horizontal scaling</a:t>
            </a:r>
            <a:br/>
            <a:r>
              <a:t>capability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4800600"/>
            <a:ext cx="3108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95360" y="4800600"/>
            <a:ext cx="54864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76D2"/>
                </a:solidFill>
                <a:latin typeface="Segoe UI"/>
              </a:defRPr>
            </a:pPr>
            <a:r>
              <a:t>Secure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148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End-to-end security</a:t>
            </a:r>
            <a:br/>
            <a:r>
              <a:t>by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Intelligent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DEFB"/>
                </a:solidFill>
                <a:latin typeface="Segoe UI"/>
              </a:defRPr>
            </a:pPr>
            <a:r>
              <a:t>AI pipeline for rural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1737360"/>
            <a:ext cx="731520" cy="7315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STT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Speech-to-Text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Audio recordings converted to text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 b="1">
                <a:solidFill>
                  <a:srgbClr val="424242"/>
                </a:solidFill>
                <a:latin typeface="Segoe UI"/>
              </a:rPr>
              <a:t>Dual pipeline: </a:t>
            </a:r>
            <a:r>
              <a:rPr sz="1200">
                <a:solidFill>
                  <a:srgbClr val="424242"/>
                </a:solidFill>
                <a:latin typeface="Segoe UI"/>
              </a:rPr>
              <a:t>Jio Translate + Whisper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60-second chunking with 3s overlap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AWS Transcribe optional backend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3474720"/>
            <a:ext cx="32004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60720" y="1737360"/>
            <a:ext cx="731520" cy="7315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17373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Content Enhancement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1089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LLM corrects transcription errors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Expert rural development prompts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Generates multilingual versions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HuggingFace or AWS Bedrock backend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01000" y="3474720"/>
            <a:ext cx="32004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21040" y="15544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92640" y="1737360"/>
            <a:ext cx="73152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7373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Smart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1089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Automatic agenda from issues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Meeting minutes in 3 languages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Issue clustering by similarity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PDF export with panchayat letterhead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All AI providers are configurable via environment variables (LLM_PROVIDER, STT_PROVIDER, TRANSLATION_PROVIDER)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Built with Security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30352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76D2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Three-tier JWT tokens (Admin/Official/Citizen)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Biometric face recognition security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Refresh token rotation (7-day)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Session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30352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Data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Encrypted storage (GridFS)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Secure HTTPS transmission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Input validation &amp; sanitization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XSS and injection prevention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530352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Segoe UI"/>
              </a:defRPr>
            </a:pPr>
            <a:r>
              <a:t>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6-role RBAC system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Panchayat-level data isolation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Granular resource permissions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Complete audit trails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2336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4023360"/>
            <a:ext cx="530352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76D2"/>
                </a:solidFill>
                <a:latin typeface="Segoe UI"/>
              </a:defRPr>
            </a:pPr>
            <a:r>
              <a:t>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177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Client-side face processing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Minimal data collection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Secure biometric descriptor storage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No raw face images stored on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Breaking Language Barriers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DEFB"/>
                </a:solidFill>
                <a:latin typeface="Segoe UI"/>
              </a:defRPr>
            </a:pPr>
            <a:r>
              <a:t>Support for India's linguistic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976D2"/>
                </a:solidFill>
                <a:latin typeface="Segoe UI"/>
              </a:defRPr>
            </a:pPr>
            <a:r>
              <a:t>Multi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Lingual Support for Indian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976D2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Default Languages (English + Hindi)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976D2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Languages per MOM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976D2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Real-time Translation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Language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4CAF50"/>
                </a:solidFill>
                <a:latin typeface="Segoe UI"/>
              </a:rPr>
              <a:t>●  </a:t>
            </a:r>
            <a:r>
              <a:rPr sz="1400" b="1">
                <a:solidFill>
                  <a:srgbClr val="424242"/>
                </a:solidFill>
                <a:latin typeface="Segoe UI"/>
              </a:rPr>
              <a:t>Hindi: </a:t>
            </a:r>
            <a:r>
              <a:rPr sz="1400">
                <a:solidFill>
                  <a:srgbClr val="424242"/>
                </a:solidFill>
                <a:latin typeface="Segoe UI"/>
              </a:rPr>
              <a:t>ग्राम सभा (Gram Sabha)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4CAF50"/>
                </a:solidFill>
                <a:latin typeface="Segoe UI"/>
              </a:rPr>
              <a:t>●  </a:t>
            </a:r>
            <a:r>
              <a:rPr sz="1400" b="1">
                <a:solidFill>
                  <a:srgbClr val="424242"/>
                </a:solidFill>
                <a:latin typeface="Segoe UI"/>
              </a:rPr>
              <a:t>Tamil: </a:t>
            </a:r>
            <a:r>
              <a:rPr sz="1400">
                <a:solidFill>
                  <a:srgbClr val="424242"/>
                </a:solidFill>
                <a:latin typeface="Segoe UI"/>
              </a:rPr>
              <a:t>கிராம சபை (Kirama Capai)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4CAF50"/>
                </a:solidFill>
                <a:latin typeface="Segoe UI"/>
              </a:rPr>
              <a:t>●  </a:t>
            </a:r>
            <a:r>
              <a:rPr sz="1400" b="1">
                <a:solidFill>
                  <a:srgbClr val="424242"/>
                </a:solidFill>
                <a:latin typeface="Segoe UI"/>
              </a:rPr>
              <a:t>Bengali: </a:t>
            </a:r>
            <a:r>
              <a:rPr sz="1400">
                <a:solidFill>
                  <a:srgbClr val="424242"/>
                </a:solidFill>
                <a:latin typeface="Segoe UI"/>
              </a:rPr>
              <a:t>গ্রাম সভা (Gram Sabha)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4CAF50"/>
                </a:solidFill>
                <a:latin typeface="Segoe UI"/>
              </a:rPr>
              <a:t>●  </a:t>
            </a:r>
            <a:r>
              <a:rPr sz="1400" b="1">
                <a:solidFill>
                  <a:srgbClr val="424242"/>
                </a:solidFill>
                <a:latin typeface="Segoe UI"/>
              </a:rPr>
              <a:t>Telugu: </a:t>
            </a:r>
            <a:r>
              <a:rPr sz="1400">
                <a:solidFill>
                  <a:srgbClr val="424242"/>
                </a:solidFill>
                <a:latin typeface="Segoe UI"/>
              </a:rPr>
              <a:t>గ్రామ సభ (Grama Sabha)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4CAF50"/>
                </a:solidFill>
                <a:latin typeface="Segoe UI"/>
              </a:rPr>
              <a:t>●  </a:t>
            </a:r>
            <a:r>
              <a:rPr sz="1400" b="1">
                <a:solidFill>
                  <a:srgbClr val="424242"/>
                </a:solidFill>
                <a:latin typeface="Segoe UI"/>
              </a:rPr>
              <a:t>Marathi: </a:t>
            </a:r>
            <a:r>
              <a:rPr sz="1400">
                <a:solidFill>
                  <a:srgbClr val="424242"/>
                </a:solidFill>
                <a:latin typeface="Segoe UI"/>
              </a:rPr>
              <a:t>ग्रामसभा (Gramsabha)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4CAF50"/>
                </a:solidFill>
                <a:latin typeface="Segoe UI"/>
              </a:rPr>
              <a:t>●  </a:t>
            </a:r>
            <a:r>
              <a:rPr sz="1400" b="1">
                <a:solidFill>
                  <a:srgbClr val="424242"/>
                </a:solidFill>
                <a:latin typeface="Segoe UI"/>
              </a:rPr>
              <a:t>Gujarati: </a:t>
            </a:r>
            <a:r>
              <a:rPr sz="1400">
                <a:solidFill>
                  <a:srgbClr val="424242"/>
                </a:solidFill>
                <a:latin typeface="Segoe UI"/>
              </a:rPr>
              <a:t>ગ્રામ સભા (Gram Sabha)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Powered by: Jio Translate STT + HuggingFace Whisper</a:t>
            </a:r>
            <a:br/>
            <a:r>
              <a:t>+ AWS Transcribe (optional)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Citizen Journey: From Issue to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86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Face enrollment</a:t>
            </a:r>
            <a:br/>
            <a:r>
              <a:t>One-time setup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40279" y="2606040"/>
            <a:ext cx="457200" cy="27432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91840" y="2286000"/>
            <a:ext cx="914400" cy="9144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Face recognition</a:t>
            </a:r>
            <a:br/>
            <a:r>
              <a:t>Instant access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71999" y="2606040"/>
            <a:ext cx="457200" cy="27432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23560" y="2286000"/>
            <a:ext cx="914400" cy="9144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Report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Voice or text</a:t>
            </a:r>
            <a:br/>
            <a:r>
              <a:t>Add attachments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03719" y="2606040"/>
            <a:ext cx="457200" cy="27432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55280" y="2286000"/>
            <a:ext cx="914400" cy="9144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Track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Real-time updates</a:t>
            </a:r>
            <a:br/>
            <a:r>
              <a:t>Meeting inclusion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35439" y="2606040"/>
            <a:ext cx="457200" cy="27432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287000" y="2286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8700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Transparent outcome</a:t>
            </a:r>
            <a:br/>
            <a:r>
              <a:t>Feedback option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976D2"/>
                </a:solidFill>
                <a:latin typeface="Segoe UI"/>
              </a:defRPr>
            </a:pPr>
            <a:r>
              <a:t>Issue Lifecycle: Reported  →  Picked in Agenda  →  Discussed in Gram Sabha  →  Resolved / Transferred / No 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Official Workflow: Efficient Meeting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2103120"/>
            <a:ext cx="21031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21031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Schedule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Set date, time, location</a:t>
            </a:r>
            <a:br/>
            <a:r>
              <a:t>Send invitations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68880" y="3474720"/>
            <a:ext cx="228600" cy="22860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97480" y="2103120"/>
            <a:ext cx="21031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97480" y="2103120"/>
            <a:ext cx="21031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8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Prepare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AI generates from issues</a:t>
            </a:r>
            <a:br/>
            <a:r>
              <a:t>Review and approve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0600" y="3474720"/>
            <a:ext cx="228600" cy="22860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9200" y="2103120"/>
            <a:ext cx="21031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2103120"/>
            <a:ext cx="2103120" cy="502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Conduct Meeting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Face recognition attendance</a:t>
            </a:r>
            <a:br/>
            <a:r>
              <a:t>Record proceedings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32320" y="3474720"/>
            <a:ext cx="228600" cy="22860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60920" y="2103120"/>
            <a:ext cx="21031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2103120"/>
            <a:ext cx="21031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6092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Generate MOM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Auto-create minutes</a:t>
            </a:r>
            <a:br/>
            <a:r>
              <a:t>Multilingual output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64040" y="3474720"/>
            <a:ext cx="228600" cy="22860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92640" y="2103120"/>
            <a:ext cx="21031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92640" y="2103120"/>
            <a:ext cx="21031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24242"/>
                </a:solidFill>
                <a:latin typeface="Segoe UI"/>
              </a:defRPr>
            </a:pPr>
            <a:r>
              <a:t>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Track action items</a:t>
            </a:r>
            <a:br/>
            <a:r>
              <a:t>Update issue 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Transforming Rural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DEFB"/>
                </a:solidFill>
                <a:latin typeface="Segoe UI"/>
              </a:defRPr>
            </a:pPr>
            <a:r>
              <a:t>Impact across all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566160" cy="594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For Citizens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Easy access to governance services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Voice in decision-making processes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Complete transparency into issues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No literacy barrier (face + voice)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566160" cy="5943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For Officials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80% time savings in documentation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Better data-driven decisions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Improved citizen engagement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Automated MOM and agenda creation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566160" cy="5943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For Government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Increased citizen participation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Cost-effective digital operations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Comprehensive audit trails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Scalable to 250,000+ panchayats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Built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83080" y="1828800"/>
            <a:ext cx="822960" cy="8229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182880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4242"/>
                </a:solidFill>
                <a:latin typeface="Segoe UI"/>
              </a:defRPr>
            </a:pPr>
            <a:r>
              <a:t>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250,000+ panchayats target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~600 million rural citizens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Horizontal scaling capability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Docker Compose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23560" y="1828800"/>
            <a:ext cx="822960" cy="8229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0" y="182880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4242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Fast face recognition (&lt;2s)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Efficient bulk CSV operations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Async AI processing pipeline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Optimized for low bandwidth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64040" y="1828800"/>
            <a:ext cx="822960" cy="8229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82880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4242"/>
                </a:solidFill>
                <a:latin typeface="Segoe UI"/>
              </a:defRPr>
            </a:pPr>
            <a:r>
              <a:t>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83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High availability design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Automatic backup support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Graceful error handling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Provider failover capability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3017520"/>
            <a:ext cx="9448495" cy="36576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03120" y="2743200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76D2"/>
                </a:solidFill>
                <a:latin typeface="Segoe UI"/>
              </a:defRPr>
            </a:pPr>
            <a:r>
              <a:t>Phase 1: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Core platform development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3 portals (Admin, Official, Citizen)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Face authentication system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Pilot with select panchayats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274320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Phase 2: AI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566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Dual STT pipeline (Jio + Whisper)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LLM-powered MOM generation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Smart agenda creation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AWS provider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784080" y="2743200"/>
            <a:ext cx="594360" cy="5943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  <a:latin typeface="Segoe UI"/>
              </a:defRPr>
            </a:pPr>
            <a:r>
              <a:t>Phase 3: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566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Nationwide deployment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Advanced analytics dashboard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Integration with government portals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SMS and voice notifications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Modern Technology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64008" cy="10515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76D2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React 19, Material-UI (MUI) 7, face-api.js, MediaPipe FaceMesh, jsPDF, i18next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3 role-based portals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38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Bilingual interface (EN + HI)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31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Client-side face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788920"/>
            <a:ext cx="64008" cy="1051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729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Node.js, Express, Mongoose, Swagger (auto-gen), bcrypt, 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14 route files, 12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GridFS file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655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7 automated cron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64008" cy="10515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AI /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074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Python, FastAPI, Jio Translate, HuggingFace, AWS Bedrock/Transcribe (optional)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Configurable provider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Strategy Pattern + Factory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000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Async processing with MongoDB tracking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5257800"/>
            <a:ext cx="64008" cy="105156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57575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418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Docker Compose, Nginx, PM2, MongoDB 6+, systemd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4 containerized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641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Production-ready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9344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  <a:latin typeface="Segoe UI"/>
              </a:defRPr>
            </a:pPr>
            <a:r>
              <a:t>✓  Cloud-agnostic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Measuring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566160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Adoption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Panchayats onboarded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Citizens registered (face enrolled)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Active monthly users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Issues reported via voice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566160" cy="548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Quality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Face recognition accuracy (&gt;95%)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STT transcription accuracy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LLM correction quality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System uptime (&gt;99.5%)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566160" cy="5486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Efficiency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80% reduction in MOM time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Automated agenda generation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Multi-language support usage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Citizen participation increase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Sets Us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True 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4884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Face recognition for low-literacy users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Voice-based interaction in native language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No smartphone typing required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Bilingual UI (English + Hindi)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7373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Comprehensive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4884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 b="1">
                <a:solidFill>
                  <a:srgbClr val="424242"/>
                </a:solidFill>
                <a:latin typeface="Segoe UI"/>
              </a:rPr>
              <a:t>Dual STT: </a:t>
            </a:r>
            <a:r>
              <a:rPr sz="1200">
                <a:solidFill>
                  <a:srgbClr val="424242"/>
                </a:solidFill>
                <a:latin typeface="Segoe UI"/>
              </a:rPr>
              <a:t>Jio Translate + Whisper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LLM-powered transcription correction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Smart agenda generation from issues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Automated MOM in 3 languages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Complete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1772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End-to-end governance workflow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3 portals for all stakeholders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Issue lifecycle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PDF/CSV export with letterhead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2336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4206240"/>
            <a:ext cx="411480" cy="41148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Scalable &amp; Configurable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61772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Docker-based deployment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Configurable AI providers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Strategy Pattern architecture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1976D2"/>
                </a:solidFill>
                <a:latin typeface="Segoe UI"/>
              </a:rPr>
              <a:t>●  </a:t>
            </a:r>
            <a:r>
              <a:rPr sz="1200">
                <a:solidFill>
                  <a:srgbClr val="424242"/>
                </a:solidFill>
                <a:latin typeface="Segoe UI"/>
              </a:rPr>
              <a:t>AWS Bedrock/Transcribe optional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Vision for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hevron 7"/>
          <p:cNvSpPr/>
          <p:nvPr/>
        </p:nvSpPr>
        <p:spPr>
          <a:xfrm>
            <a:off x="822960" y="1737360"/>
            <a:ext cx="2834640" cy="502920"/>
          </a:xfrm>
          <a:prstGeom prst="chevron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Near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Mobile native apps (iOS/Android)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SMS notifications for citizens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Enhanced analytics dashboard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1976D2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Offline capability for low connectivity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4663440" y="1737360"/>
            <a:ext cx="2834640" cy="502920"/>
          </a:xfrm>
          <a:prstGeom prst="chevron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Medium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Advanced AI features (sentiment analysis)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Integration with government portals (ePanchayat)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Real-time collaboration tools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Predictive issue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8503920" y="1737360"/>
            <a:ext cx="2834640" cy="502920"/>
          </a:xfrm>
          <a:prstGeom prst="chevron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Long 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Voice-first navigation interface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Automated fund tracking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Cross-panchayat analytics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100">
                <a:solidFill>
                  <a:srgbClr val="FF9800"/>
                </a:solidFill>
                <a:latin typeface="Segoe UI"/>
              </a:rPr>
              <a:t>●  </a:t>
            </a:r>
            <a:r>
              <a:rPr sz="1300">
                <a:solidFill>
                  <a:srgbClr val="424242"/>
                </a:solidFill>
                <a:latin typeface="Segoe UI"/>
              </a:rPr>
              <a:t>National governance dashboard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Join Us in Transforming Rural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  <a:latin typeface="Segoe UI"/>
              </a:defRPr>
            </a:pPr>
            <a:r>
              <a:t>"Empowering every village, every citizen, every voice"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 Digital Public Good for 250,000+ Gram Panchayats  |  600 Million Rural Indians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76D2"/>
                </a:solidFill>
                <a:latin typeface="Segoe UI"/>
              </a:defRPr>
            </a:pPr>
            <a:r>
              <a:t>Schedule 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See eGramSabha in action</a:t>
            </a:r>
            <a:br/>
            <a:r>
              <a:t>with a live walkthrough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11480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Pilot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Deploy in select panchayats</a:t>
            </a:r>
            <a:br/>
            <a:r>
              <a:t>for real-world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11480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  <a:latin typeface="Segoe UI"/>
              </a:defRPr>
            </a:pPr>
            <a:r>
              <a:t>Partnership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Collaborate on scaling</a:t>
            </a:r>
            <a:br/>
            <a:r>
              <a:t>across states and 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57575"/>
                </a:solidFill>
                <a:latin typeface="Segoe U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3047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840480"/>
            <a:ext cx="21332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eGramSabha  |  Digital Transformation of Rural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628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Segoe UI"/>
              </a:defRPr>
            </a:pPr>
            <a:r>
              <a:rPr lang="en-IN"/>
              <a:t>github</a:t>
            </a:r>
            <a:r>
              <a:rPr lang="en-IN" dirty="0"/>
              <a:t>.com/anshuljain90/ai4bharat-empowerpanchayat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DEFB"/>
                </a:solidFill>
                <a:latin typeface="Segoe UI"/>
              </a:defRPr>
            </a:pPr>
            <a:r>
              <a:t>Contact: anshul_jain2008@yahoo.co.in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1608</Words>
  <Application>Microsoft Office PowerPoint</Application>
  <PresentationFormat>Widescreen</PresentationFormat>
  <Paragraphs>359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Pratap Singh</cp:lastModifiedBy>
  <cp:revision>2</cp:revision>
  <dcterms:created xsi:type="dcterms:W3CDTF">2013-01-27T09:14:16Z</dcterms:created>
  <dcterms:modified xsi:type="dcterms:W3CDTF">2026-02-15T09:07:51Z</dcterms:modified>
  <cp:category/>
</cp:coreProperties>
</file>