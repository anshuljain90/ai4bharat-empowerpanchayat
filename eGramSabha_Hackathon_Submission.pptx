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3447288"/>
            <a:ext cx="852220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02729"/>
                </a:solidFill>
                <a:latin typeface="Manrope SemiBold"/>
              </a:rPr>
              <a:t>Team Name : </a:t>
            </a:r>
            <a:r>
              <a:rPr sz="1600">
                <a:solidFill>
                  <a:srgbClr val="202729"/>
                </a:solidFill>
                <a:latin typeface="Manrope"/>
              </a:rPr>
              <a:t>Empower Panchayat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58768"/>
            <a:ext cx="852220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02729"/>
                </a:solidFill>
                <a:latin typeface="Manrope SemiBold"/>
              </a:rPr>
              <a:t>Team Leader Name : </a:t>
            </a:r>
            <a:r>
              <a:rPr sz="1600">
                <a:solidFill>
                  <a:srgbClr val="202729"/>
                </a:solidFill>
                <a:latin typeface="Manrope"/>
              </a:rPr>
              <a:t>Anshul Jain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297680"/>
            <a:ext cx="852220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02729"/>
                </a:solidFill>
                <a:latin typeface="Manrope SemiBold"/>
              </a:rPr>
              <a:t>Problem Statement : </a:t>
            </a:r>
            <a:r>
              <a:rPr sz="1600">
                <a:solidFill>
                  <a:srgbClr val="202729"/>
                </a:solidFill>
                <a:latin typeface="Manrope"/>
              </a:rPr>
              <a:t>PS03 - AI for Rural Innovation &amp; Sustainable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Brief about the Idea: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13716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976D2"/>
                </a:solidFill>
                <a:latin typeface="Manrope SemiBold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6002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34343"/>
                </a:solidFill>
                <a:latin typeface="Manrope"/>
              </a:rPr>
              <a:t>eGramSabha is an AI-powered platform that digitises Gram Sabha governance for India's village councils (Gram Panchayats) serving rural citizens across the country.</a:t>
            </a:r>
          </a:p>
          <a:p>
            <a:pPr>
              <a:spcAft>
                <a:spcPts val="400"/>
              </a:spcAft>
            </a:pPr>
            <a:endParaRPr sz="1000">
              <a:solidFill>
                <a:srgbClr val="434343"/>
              </a:solidFill>
              <a:latin typeface="Manrope"/>
            </a:endParaRP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34343"/>
                </a:solidFill>
                <a:latin typeface="Manrope"/>
              </a:rPr>
              <a:t>It combines facial recognition authentication, multilingual speech-to-text, LLM-powered meeting intelligence, and smart agenda creation to make local governance transparent and accessible.</a:t>
            </a:r>
          </a:p>
          <a:p>
            <a:pPr>
              <a:spcAft>
                <a:spcPts val="400"/>
              </a:spcAft>
            </a:pPr>
            <a:endParaRPr sz="1000">
              <a:solidFill>
                <a:srgbClr val="434343"/>
              </a:solidFill>
              <a:latin typeface="Manrope"/>
            </a:endParaRP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34343"/>
                </a:solidFill>
                <a:latin typeface="Manrope"/>
              </a:rPr>
              <a:t>Three dedicated portals serve all stakeholders -- Citizens, Officials, and Administrators -- with role-based access and workflows tailored for rural India.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2E7D32"/>
                </a:solidFill>
                <a:latin typeface="Manrope SemiBold"/>
              </a:rPr>
              <a:t>INNOVATION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4114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41148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664208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Configurable AI Provider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56816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Strategy Pattern lets deployments switch AI backends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Supports multiple cloud &amp; open-source AI services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Change one env variable -- no code changes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880360"/>
            <a:ext cx="41148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2880360"/>
            <a:ext cx="411480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898648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Purpose-Built for Rural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91256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Face auth for citizens who cannot type passwords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Voice-first issue creation in native languages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Low-bandwidth optimized, async AI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69080"/>
            <a:ext cx="41148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4069080"/>
            <a:ext cx="411480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087368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Open Source (Apache 2.0)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3799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Supports Digital India and e-Panchayat initiatives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Solution Overview: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258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" y="1325880"/>
            <a:ext cx="26974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How is it different?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636776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No existing platform combines face-auth + voice input + AI meeting intelligence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Face recognition replaces passwords -- an accessibility breakthrough for low-literacy users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Multiple STT providers with configurable fallback options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LLM transcription uses expert rural development prompts for domain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1256" y="13258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1256" y="1325880"/>
            <a:ext cx="2697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269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How does it solve the problem?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636776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Citizens speak issues in native language -- AI transcribes, corrects, translates automatically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AI clusters similar issues into structured multilingual agendas (significant effort reduction)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Meeting recordings become formal Minutes in multiple languages simultaneously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Complete lifecycle: Reported → Agenda → Discussed → 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3258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71616" y="1325880"/>
            <a:ext cx="269748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USP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636776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Configurable AI providers -- switch backends with one env variable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Purpose-built for rural India: face auth, voice-first, multilingual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Open-source under Apache 2.0 license, cloud-agnostic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Key Features: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2588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" y="1325880"/>
            <a:ext cx="26974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Face Recognition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63677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Client-side biometric face recognition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Liveness detection (anti-spoofing)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High-accuracy face matching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1256" y="132588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1256" y="1325880"/>
            <a:ext cx="2697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269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Multilingual Voice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63677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Citizens speak in native language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Multiple STT provider support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LLM correction with domain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32588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71616" y="1325880"/>
            <a:ext cx="269748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AI Meeting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63677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Auto MOM in multiple languages from audio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Smart agenda clusters similar issues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Async processing with scheduled pipelines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" y="324612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896" y="3246120"/>
            <a:ext cx="26974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326440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Three Role-Based Portals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355701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Citizen: face login, voice issues, RSVP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Official: meetings, agenda, MOM, export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Admin: onboarding, bulk import, config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1256" y="324612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91256" y="3246120"/>
            <a:ext cx="2697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326440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Configurable AI 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355701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Strategy Pattern + Factory design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LLM: Configurable cloud providers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STT: Configurable speech providers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71616" y="324612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71616" y="3246120"/>
            <a:ext cx="269748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63056" y="326440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Complete Governance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355701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Issue lifecycle tracking end-to-end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Role-based access control with data isolation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PDF/CSV export with Hindi + letterhead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Process Flow -- AI Pipeline: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12801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976D2"/>
                </a:solidFill>
                <a:latin typeface="Manrope SemiBold"/>
              </a:rPr>
              <a:t>CITIZEN ISSUE CREATION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" y="150876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4533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Face Login
(liveness check)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54480" y="1691640"/>
            <a:ext cx="146304" cy="164592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709928" y="150876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46504" y="154533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Voice Record
(native language)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53512" y="1691640"/>
            <a:ext cx="146304" cy="164592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08960" y="150876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45536" y="154533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Audio Upload
(cloud storage)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52544" y="1691640"/>
            <a:ext cx="146304" cy="164592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07992" y="150876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54533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STT Provider
(configurable)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51576" y="1691640"/>
            <a:ext cx="146304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07024" y="150876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54533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LLM Correction
(expert prompts)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50608" y="1691640"/>
            <a:ext cx="146304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06056" y="150876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154533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Multilingual
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" y="233172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2E7D32"/>
                </a:solidFill>
                <a:latin typeface="Manrope SemiBold"/>
              </a:rPr>
              <a:t>MEETING INTELLIGENCE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" y="256032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259689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Schedule
Meeting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554480" y="2743200"/>
            <a:ext cx="146304" cy="164592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709928" y="256032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46504" y="259689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AI Agenda
from Issues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953512" y="2743200"/>
            <a:ext cx="146304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08960" y="256032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45536" y="259689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Face Attend.
+ Record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352544" y="2743200"/>
            <a:ext cx="146304" cy="164592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07992" y="256032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44568" y="259689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Audio → STT
Transcription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751576" y="2743200"/>
            <a:ext cx="146304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07024" y="256032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0" y="259689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LLM Enhance
+ Translate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150608" y="2743200"/>
            <a:ext cx="146304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06056" y="256032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42632" y="2596896"/>
            <a:ext cx="1161288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02729"/>
                </a:solidFill>
                <a:latin typeface="Manrope SemiBold"/>
              </a:rPr>
              <a:t>Multilingual
MOM 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" y="3383280"/>
            <a:ext cx="841248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0896" y="3474720"/>
            <a:ext cx="8412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anrope"/>
              </a:rPr>
              <a:t>Async Processing Architecture: All AI operations run asynchronously with database-backed state tracking. Each request returns immediately with a request_id and polling URLs. The pipeline supports: progress checkpoints at defined milestones • automatic retry with configurable attempts • resume from last successful stage • TTL-based cleanup • Scheduled jobs orchestrate the full pipeline (transcription polling, agenda generation, translation at configurable intervals).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Application Portals: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25880"/>
            <a:ext cx="2697480" cy="217931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" y="1325880"/>
            <a:ext cx="2697480" cy="2926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35331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Citizen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709928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Face Login: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liveness detection verified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Voice Issues: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record audio in native language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Issue Tracking: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real-time status dashboard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Meeting RSVP: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confirm attendance + history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Multilingual: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bilingual UI (English + Hindi)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1256" y="1325879"/>
            <a:ext cx="2697480" cy="2179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1256" y="1325880"/>
            <a:ext cx="269748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2696" y="135331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Official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709928"/>
            <a:ext cx="251460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Issue </a:t>
            </a:r>
            <a:r>
              <a:rPr lang="en-IN" sz="900" b="1" dirty="0">
                <a:solidFill>
                  <a:srgbClr val="202729"/>
                </a:solidFill>
                <a:latin typeface="Manrope SemiBold"/>
              </a:rPr>
              <a:t>management</a:t>
            </a:r>
            <a:r>
              <a:rPr sz="900" b="1" dirty="0">
                <a:solidFill>
                  <a:srgbClr val="202729"/>
                </a:solidFill>
                <a:latin typeface="Manrope SemiBold"/>
              </a:rPr>
              <a:t>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status workflow Reported → Resolved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Meeting Scheduler: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RSVP tracking + quorum </a:t>
            </a:r>
            <a:r>
              <a:rPr lang="en-IN" sz="900" dirty="0">
                <a:solidFill>
                  <a:srgbClr val="434343"/>
                </a:solidFill>
                <a:latin typeface="Manrope"/>
              </a:rPr>
              <a:t>management</a:t>
            </a:r>
            <a:endParaRPr sz="900" dirty="0">
              <a:solidFill>
                <a:srgbClr val="434343"/>
              </a:solidFill>
              <a:latin typeface="Manrope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AI Agenda: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auto-generated from citizen issues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AI MOM: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multilingual minutes from recordings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 dirty="0">
                <a:solidFill>
                  <a:srgbClr val="202729"/>
                </a:solidFill>
                <a:latin typeface="Manrope SemiBold"/>
              </a:rPr>
              <a:t>• Export:</a:t>
            </a:r>
            <a:r>
              <a:rPr sz="900" dirty="0">
                <a:solidFill>
                  <a:srgbClr val="434343"/>
                </a:solidFill>
                <a:latin typeface="Manrope"/>
              </a:rPr>
              <a:t> PDF/CSV with letterhead + Hindi fonts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325880"/>
            <a:ext cx="2697480" cy="2179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71616" y="1325880"/>
            <a:ext cx="2697480" cy="2926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35331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Admin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709928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>
                <a:solidFill>
                  <a:srgbClr val="202729"/>
                </a:solidFill>
                <a:latin typeface="Manrope SemiBold"/>
              </a:rPr>
              <a:t>• Onboarding:</a:t>
            </a:r>
            <a:r>
              <a:rPr sz="900">
                <a:solidFill>
                  <a:srgbClr val="434343"/>
                </a:solidFill>
                <a:latin typeface="Manrope"/>
              </a:rPr>
              <a:t> panchayat setup with LGD codes + wards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>
                <a:solidFill>
                  <a:srgbClr val="202729"/>
                </a:solidFill>
                <a:latin typeface="Manrope SemiBold"/>
              </a:rPr>
              <a:t>• Bulk Import:</a:t>
            </a:r>
            <a:r>
              <a:rPr sz="900">
                <a:solidFill>
                  <a:srgbClr val="434343"/>
                </a:solidFill>
                <a:latin typeface="Manrope"/>
              </a:rPr>
              <a:t> CSV citizen registration + dedup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>
                <a:solidFill>
                  <a:srgbClr val="202729"/>
                </a:solidFill>
                <a:latin typeface="Manrope SemiBold"/>
              </a:rPr>
              <a:t>• Officials:</a:t>
            </a:r>
            <a:r>
              <a:rPr sz="900">
                <a:solidFill>
                  <a:srgbClr val="434343"/>
                </a:solidFill>
                <a:latin typeface="Manrope"/>
              </a:rPr>
              <a:t> manage accounts + RBAC role assignment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>
                <a:solidFill>
                  <a:srgbClr val="202729"/>
                </a:solidFill>
                <a:latin typeface="Manrope SemiBold"/>
              </a:rPr>
              <a:t>• Config:</a:t>
            </a:r>
            <a:r>
              <a:rPr sz="900">
                <a:solidFill>
                  <a:srgbClr val="434343"/>
                </a:solidFill>
                <a:latin typeface="Manrope"/>
              </a:rPr>
              <a:t> face thresholds, liveness, platform settings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 b="1">
                <a:solidFill>
                  <a:srgbClr val="202729"/>
                </a:solidFill>
                <a:latin typeface="Manrope SemiBold"/>
              </a:rPr>
              <a:t>• Analytics:</a:t>
            </a:r>
            <a:r>
              <a:rPr sz="900">
                <a:solidFill>
                  <a:srgbClr val="434343"/>
                </a:solidFill>
                <a:latin typeface="Manrope"/>
              </a:rPr>
              <a:t> system-wide registration + usage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System Architecture: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2588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6245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976D2"/>
                </a:solidFill>
                <a:latin typeface="Manrope SemiBold"/>
              </a:rPr>
              <a:t>Frontend  (React + Material-UI)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34343"/>
                </a:solidFill>
                <a:latin typeface="Manrope"/>
              </a:rPr>
              <a:t>3 Portals  |  Face Recognition  |  Biometric Engine  |  Bilingual UI  |  Report Generation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34640" y="1993392"/>
            <a:ext cx="182880" cy="164592"/>
          </a:xfrm>
          <a:prstGeom prst="down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E7D32"/>
                </a:solidFill>
                <a:latin typeface="Manrope SemiBold"/>
              </a:rPr>
              <a:t>Backend API  (Node.js + Express)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34343"/>
                </a:solidFill>
                <a:latin typeface="Manrope"/>
              </a:rPr>
              <a:t>REST APIs  |  Data Models  |  JWT Auth  |  RBAC  |  File Storage  |  Scheduled Jobs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34640" y="2862072"/>
            <a:ext cx="182880" cy="164592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760" y="306324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65C00"/>
                </a:solidFill>
                <a:latin typeface="Manrope SemiBold"/>
              </a:rPr>
              <a:t>AI/ML Service  (Python + FastAPI)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5584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34343"/>
                </a:solidFill>
                <a:latin typeface="Manrope"/>
              </a:rPr>
              <a:t>Async STT + LLM + Translation  |  Strategy Pattern Providers  |  MongoDB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234440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D47A1"/>
                </a:solidFill>
                <a:latin typeface="Manrope SemiBold"/>
              </a:rPr>
              <a:t>AI PROVIDERS (CONFIGURABLE)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463040"/>
            <a:ext cx="2834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463040"/>
            <a:ext cx="54864" cy="411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47218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976D2"/>
                </a:solidFill>
                <a:latin typeface="Manrope SemiBold"/>
              </a:rPr>
              <a:t>STT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64208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66666"/>
                </a:solidFill>
                <a:latin typeface="Manrope"/>
              </a:rPr>
              <a:t>Multiple speech-to-text providers (configurable)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938528"/>
            <a:ext cx="2834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938528"/>
            <a:ext cx="54864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94767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2E7D32"/>
                </a:solidFill>
                <a:latin typeface="Manrope SemiBold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139696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66666"/>
                </a:solidFill>
                <a:latin typeface="Manrope"/>
              </a:rPr>
              <a:t>Multiple LLM providers (configurable)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2414016"/>
            <a:ext cx="2834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2414016"/>
            <a:ext cx="54864" cy="4114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2423160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E65C00"/>
                </a:solidFill>
                <a:latin typeface="Manrope SemiBold"/>
              </a:rPr>
              <a:t>Translate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15184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66666"/>
                </a:solidFill>
                <a:latin typeface="Manrope"/>
              </a:rPr>
              <a:t>Multiple translation providers (configurable)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971800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D47A1"/>
                </a:solidFill>
                <a:latin typeface="Manrope SemiBold"/>
              </a:rPr>
              <a:t>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200400"/>
            <a:ext cx="2834640" cy="5486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3218688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34343"/>
                </a:solidFill>
                <a:latin typeface="Manrope"/>
              </a:rPr>
              <a:t>MongoDB • Multiple Collections • File Storage
Async AI state tracking 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" y="3977639"/>
            <a:ext cx="841248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0896" y="4069080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anrope"/>
              </a:rPr>
              <a:t>Deployment: Docker Compose (containerized microservices)  •  Health checks + restart policies  •  Reverse proxy  •  Cloud-agnostic -- runs on any cloud or Kubernetes cluster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Technologies Used: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25880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" y="1325880"/>
            <a:ext cx="411480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344168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636776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React + Material-UI (MUI)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Face recognition engine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PDF generation, internationalization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Client-side biometric processing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Bilingual UI (English + Hindi)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4296" y="1325880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54296" y="1325880"/>
            <a:ext cx="41148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45736" y="1344168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1636776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Node.js + Express + MongoDB ODM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MongoDB with file storage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JWT authentication + secure hashing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Auto-generated API documentation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Scheduled job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3200399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0896" y="3200399"/>
            <a:ext cx="411480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3218687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AI / ML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3511295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Python + FastAPI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Async MongoDB driver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Multiple STT providers (Indian languages)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Multiple LLM providers (configurable)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Audio processing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4296" y="3200399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54296" y="3200399"/>
            <a:ext cx="4114800" cy="2560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45736" y="3218687"/>
            <a:ext cx="3931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Cloud Services + 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3511295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LLM APIs (configurable provider)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STT services (Indian languages)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translation services (optional)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Docker Compose + Reverse Proxy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SDKs for provider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Estimated Implementation Cost: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280160"/>
            <a:ext cx="841248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8056" y="1316736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Manrope SemiBold"/>
              </a:rPr>
              <a:t>eGramSabha is fully open-source (Apache 2.0) -- Zero licensing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874519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" y="1874519"/>
            <a:ext cx="26974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892807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185415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VM instance for hosting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MongoDB free tier available for pilot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Docker deployment minimizes ops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1256" y="1874519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91256" y="1874519"/>
            <a:ext cx="2697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82696" y="1892807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AI Services (Pay-per-use)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2696" y="2185415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Open-source models with free tiers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Regional STT provider programs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LLM: pay-per-use token pricing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 STT: pay-per-use audio pricing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874519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71616" y="1874519"/>
            <a:ext cx="269748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1892807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Cost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185415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Switch providers via env variable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Free-tier for pilots, cloud at scale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Mix-and-match STT + LLM providers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3749039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66666"/>
                </a:solidFill>
                <a:latin typeface="Manrope"/>
              </a:rPr>
              <a:t>Target: Serve panchayats across India with infrastructure that adapts to budget constraints through configurable AI provider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859536"/>
            <a:ext cx="8412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02729"/>
                </a:solidFill>
                <a:latin typeface="Manrope"/>
              </a:rPr>
              <a:t>Impact, Scalability &amp; Innovation: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25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" y="1325880"/>
            <a:ext cx="26974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Rural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636776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Gram Panchayats across India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Millions of rural citizen beneficiaries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Face auth removes literacy barrier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Voice-first in native languages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Supports Digital India initiative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1256" y="1325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1256" y="1325880"/>
            <a:ext cx="2697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269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636776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Stateless services scale horizontally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Cloud-agnostic, runs on any platform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Separate DB for transactional + AI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Configurable cloud providers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Database replica set + sharding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325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71616" y="1325880"/>
            <a:ext cx="269748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344168"/>
            <a:ext cx="2514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anrope SemiBold"/>
              </a:rPr>
              <a:t>AI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636776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Multiple STT provider pipeline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Expert rural development LLM prompts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Smart issue-to-agenda clustering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Multilingual MOM from single recording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434343"/>
                </a:solidFill>
                <a:latin typeface="Manrope"/>
              </a:rPr>
              <a:t>• Strategy + Factory provider pattern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3886200"/>
            <a:ext cx="841248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1217</Words>
  <Application>Microsoft Office PowerPoint</Application>
  <PresentationFormat>On-screen Show (16:9)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Manrope</vt:lpstr>
      <vt:lpstr>Manrope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Pratap Singh</cp:lastModifiedBy>
  <cp:revision>5</cp:revision>
  <dcterms:created xsi:type="dcterms:W3CDTF">2013-01-27T09:14:16Z</dcterms:created>
  <dcterms:modified xsi:type="dcterms:W3CDTF">2026-02-15T15:07:23Z</dcterms:modified>
  <cp:category/>
</cp:coreProperties>
</file>